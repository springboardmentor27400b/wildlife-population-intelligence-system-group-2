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0292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MILESTONE 4 • WEEKS 7 &amp; 8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8FAFC"/>
                </a:solidFill>
              </a:defRPr>
            </a:pPr>
            <a:r>
              <a:t>Wildlife Population &amp;</a:t>
            </a:r>
            <a:br/>
            <a:r>
              <a:t>Ecosystem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B981"/>
                </a:solidFill>
              </a:defRPr>
            </a:pPr>
            <a:r>
              <a:t>Analytics, GIS Mapping, Automated Testing &amp; Cloud Production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1036289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Presented by: Ayush Gupta &amp; Group 2</a:t>
            </a:r>
            <a:br/>
            <a:r>
              <a:t>Tech Stack: FastAPI • React 18 • YOLOv8 • Librosa • PostgreSQL • Render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PROJECT ROADMAP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Milestone 4: Scope &amp; Key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1. Executive Analytics &amp;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Real-time population density (/km²) &amp; demographic velocity.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Shannon-Wiener (H') and Pielou's Evenness diversity calculations.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Interactive Recharts KPI visualization cards across 12 monitoring 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2. GIS Spatial &amp; Reporting 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Interactive Leaflet geospatial mapping with GPS telemetry overlays.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Habitat suitability modeling and migration corridor risk analysis.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Multi-format reporting engine exporting PDF, CSV, Excel, and JSON.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3. Testing, Optimization &amp; Cloud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Comprehensive test suite (27 passed automated unit &amp; pipeline tests).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PyTorch &amp; YOLO memory optimization for low-RAM cloud instances.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Production deployment on Render Cloud PaaS with zero-downtime Blueprints.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ANALYTICAL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Executive Intelligence Dashboard &amp; KPI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Real-Time Population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Tracks 309+ individual wildlife records across 19 critical species.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Calculates growth velocity (+4.2% MoM) and male/female/juvenile ratios.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Live population density heat estimation per ecological quadrant.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Biodiversity Index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Automated mathematical calculation of Shannon Diversity Index (H' = 2.45).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Simpson Diversity Index (D) and species richness trend monitoring.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Detection velocity tracking across diurnal, nocturnal, and seasonal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Decision Support KPI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Instant alert badges for Endangered and Critically Vulnerable species.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Observer logging stats and camera-trap sensor health metrics.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Immediate visualization of observation surges and migration deviations.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GEOSPATIAL &amp; HABITAT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GIS Spatial Visualization &amp; Habitat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Interactive Leaflet GIS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Real-time GPS coordinate plotting of camera traps and acoustic arrays.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Clustered spatial markers with interactive observation popups.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Custom map tiles supporting Satellite, Terrain, and OpenStreetMap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Habitat Suitability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Multi-factor scoring: Vegetation density, water access, and canopy cover.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Human encroachment indices and poaching vulnerability indicators.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Categorized habitat risk ratings (Optimal, Stable, Degraded, Critical).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Migration Corridor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Geospatial corridor modeling between core national park sectors.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Seasonal movement bottleneck identification and warning triggers.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Corridor fragmentation risk alerts to prevent human-wildlife conflicts.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AI &amp; SIGNAL PROCESSING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Multi-Modal AI Pipeline: Computer Vision &amp; Bioacoustics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Computer Vision (YOLOv8n)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Lightweight object detector optimized for fast CPU inference (&lt;150ms).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Generates real-time bounding box annotations and cropped regions.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Integrated with IUCN Global Taxonomy database for scientific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Bioacoustic Signal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Librosa spectral feature extraction (MFCCs, Spectral Centroid, RMS).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Automated generation of Waveform visualizers and Mel-Spectrogram plots.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Acoustic signature classification for vocalizations (roars, howls, calls).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Instant Browser Previews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Zero-latency object URL preview before backend payload transfer.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Automatic generation of 150x150 thumbnail previews.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Strict validation supporting JPEG, PNG, MP3, and WAV media formats.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REPORTING &amp; DATA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Automated Multi-Format Reporting &amp; Export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ReportLab PDF Publishing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Dynamic generation of publication-ready analytical summary reports.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Includes executive KPI tables, species distributions, and conservation actions.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Streams directly from backend memory without disk storage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Multi-Format Data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CSV Export: Raw time-series telemetry for spreadsheet analysis.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Excel (XLSX) Export: Multi-sheet structured analytical workbooks.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JSON Export: REST-compliant raw schemas for third-party GIS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Compliance &amp; Audit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Standardized ISO timestamps and IST timezone normalization.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Official IUCN Red List status annotations on all exports.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One-click export buttons integrated across Intelligence Dashboards.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VALIDATION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Rigorous Testing, Verification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Pytest Test Suite (27/27 Passed)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Unit tests covering API routes, authentication, and JWT authorization.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Pipeline integration tests for computer vision &amp; bioacoustic workflows.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Database ORM transaction rollbacks and schema verification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End-to-End Workflow Audits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100% PASS on 29 system modules across Frontend and Backend.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Repeated inference benchmarking: 0 memory leaks across 10 sequential runs.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Zero unhandled exceptions; defensive fallback for zero-observation datasets.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Frontend Production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Vite production build verified: 0 errors in 17.24s.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Zero hardcoded localhost IP addresses in production assets.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Dynamic asset URL resolution supporting remote static hosting.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CLOUD ARCHITECTURE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Production Deployment &amp; Memory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Render Cloud PaaS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Frontend: Static Site with automated SPA routing (/* -&gt; /index.html).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Backend: Python Web Service running FastAPI &amp; Uvicorn.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Database: Managed PostgreSQL with connection pooling &amp; SQLite dev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512MB RAM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Lazy on-demand model initialization preventing startup OOM crashes.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PyTorch single-thread CPU tuning (torch.set_num_threads(1)).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Working copy downscaling (1024px) keeping peak RAM &lt; 160MB.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DevOps &amp; Infrastructure As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Automated Render Blueprint (render.yaml) for 1-click cloud sync.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Containerized Docker &amp; docker-compose.prod.yml configurations.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Windows local launcher (start_system.bat) with auto venv discovery.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END-TO-END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Live System Workflow &amp; Architecture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Phase 1: Ingest &amp;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Field camera traps &amp; acoustic sensors capture raw visual/audio data.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FastAPI receives payload via secure JWT authenticated endpoints.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YOLOv8 and Librosa run parallel feature extraction &amp;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Phase 2: Analytics &amp;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Detections automatically update population density &amp; Shannon indices.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Habitat suitability and migration corridor threat scores recalculated.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Database commits timestamped telemetry with IST temporal conversion.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Phase 3: Executive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Executive Dashboard renders real-time KPI alerts for rangers.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Automated Conservation Engine generates intervention directives.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Reports compiled and exported in PDF/CSV format for park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CONCLUSION &amp; 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Milestone 4 Outcomes, Business Value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577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Key Milestone 4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Fully functional, production-ready wildlife intelligence platform.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Multi-modal AI pipelines operational with robust low-RAM tuning.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Complete end-to-end demonstrable biodiversity monitoring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Real-World Impact &amp;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Automates 85%+ of manual wildlife census and species logging.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Provides proactive early-warning alarms against habitat degradation.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Empowers forest officers with data-driven anti-poaching patrol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3375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2" y="1691640"/>
            <a:ext cx="33375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Future Project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6060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Integration with edge IoT camera collars &amp; drone aerial telemetry.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Thermal infrared night-vision computer vision models.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Thank you! Q&amp;A Session open for discussion.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Wildlife Population Intelligence System • Group 2 | Milestone 4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